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lub-app-9d94012aadcf.herokuapp.com/login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Team 501-Club</a:t>
            </a:r>
          </a:p>
          <a:p>
            <a:pPr algn="ctr">
              <a:spcBef>
                <a:spcPts val="1200"/>
              </a:spcBef>
            </a:pPr>
            <a:r>
              <a:rPr sz="3600" b="0">
                <a:solidFill>
                  <a:srgbClr val="DDBBBB"/>
                </a:solidFill>
                <a:latin typeface="Calibri"/>
              </a:rPr>
              <a:t>Sprint 1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840480"/>
            <a:ext cx="3962095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DBBBB"/>
                </a:solidFill>
                <a:latin typeface="Calibri"/>
              </a:rPr>
              <a:t>501 Club — Ideathon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Team 501-Club  |  Sprint 1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37160" cy="658368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00000"/>
                </a:solidFill>
                <a:latin typeface="Calibri"/>
              </a:rPr>
              <a:t>Meeting Agenda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280160"/>
            <a:ext cx="502920" cy="502920"/>
          </a:xfrm>
          <a:prstGeom prst="ellipse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34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33333"/>
                </a:solidFill>
                <a:latin typeface="Calibri"/>
              </a:rPr>
              <a:t>Product Demo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Live walkthrough of the deployed application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240280"/>
            <a:ext cx="502920" cy="502920"/>
          </a:xfrm>
          <a:prstGeom prst="ellipse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33333"/>
                </a:solidFill>
                <a:latin typeface="Calibri"/>
              </a:rPr>
              <a:t>Completed Stories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Overview of features delivered in Sprint 1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200400"/>
            <a:ext cx="502920" cy="502920"/>
          </a:xfrm>
          <a:prstGeom prst="ellipse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54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33333"/>
                </a:solidFill>
                <a:latin typeface="Calibri"/>
              </a:rPr>
              <a:t>Feedback &amp; Questions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Open floor for client input and discussion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160520"/>
            <a:ext cx="502920" cy="502920"/>
          </a:xfrm>
          <a:prstGeom prst="ellipse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33333"/>
                </a:solidFill>
                <a:latin typeface="Calibri"/>
              </a:rPr>
              <a:t>Proposed Sprint 2 Stories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Upcoming features for the next iteration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5120640"/>
            <a:ext cx="502920" cy="502920"/>
          </a:xfrm>
          <a:prstGeom prst="ellipse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74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33333"/>
                </a:solidFill>
                <a:latin typeface="Calibri"/>
              </a:rPr>
              <a:t>Wrap-Up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Redefine expectations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Team 501-Club  |  Sprint 1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37160" cy="658368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00000"/>
                </a:solidFill>
                <a:latin typeface="Calibri"/>
              </a:rPr>
              <a:t>Product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/>
              </a:rPr>
              <a:t>Live walkthrough of the deployed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19456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>
                <a:solidFill>
                  <a:srgbClr val="333333"/>
                </a:solidFill>
                <a:latin typeface="Calibri"/>
              </a:rPr>
              <a:t>Application URL:</a:t>
            </a:r>
          </a:p>
          <a:p>
            <a:pPr>
              <a:spcBef>
                <a:spcPts val="800"/>
              </a:spcBef>
            </a:pPr>
            <a:r>
              <a:rPr sz="2000" u="sng">
                <a:solidFill>
                  <a:srgbClr val="1A73E8"/>
                </a:solidFill>
                <a:latin typeface="Calibri"/>
                <a:hlinkClick r:id="rId2"/>
              </a:rPr>
              <a:t>https://club-app-9d94012aadcf.herokuapp.com/login</a:t>
            </a:r>
          </a:p>
          <a:p>
            <a:pPr>
              <a:spcBef>
                <a:spcPts val="3000"/>
              </a:spcBef>
            </a:pPr>
            <a:r>
              <a:rPr sz="1800" b="1">
                <a:solidFill>
                  <a:srgbClr val="333333"/>
                </a:solidFill>
                <a:latin typeface="Calibri"/>
              </a:rPr>
              <a:t>Demo Highlights: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555555"/>
                </a:solidFill>
                <a:latin typeface="Calibri"/>
              </a:rPr>
              <a:t>Google OAuth sign-in flow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555555"/>
                </a:solidFill>
                <a:latin typeface="Calibri"/>
              </a:rPr>
              <a:t>CRUD operations for all resources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555555"/>
                </a:solidFill>
                <a:latin typeface="Calibri"/>
              </a:rPr>
              <a:t>CSV bulk import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555555"/>
                </a:solidFill>
                <a:latin typeface="Calibri"/>
              </a:rPr>
              <a:t>Role-based access control (Admin / Editor)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Team 501-Club  |  Sprint 1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37160" cy="658368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00000"/>
                </a:solidFill>
                <a:latin typeface="Calibri"/>
              </a:rPr>
              <a:t>Completed Stories — Sprint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/>
              </a:rPr>
              <a:t>Features delivered and deployed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32918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00000"/>
                </a:solidFill>
                <a:latin typeface="Calibri"/>
              </a:rPr>
              <a:t>✓  Ideathon CRUD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Create, view, edit, and delete ideathons (year + theme)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32918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00000"/>
                </a:solidFill>
                <a:latin typeface="Calibri"/>
              </a:rPr>
              <a:t>✓  Judges &amp; Mentors CRUD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Manage judges and mentors with bios and photos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97680"/>
            <a:ext cx="32918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00000"/>
                </a:solidFill>
                <a:latin typeface="Calibri"/>
              </a:rPr>
              <a:t>✓  Sponsors &amp; Partners CRUD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Manage sponsors/partners with logos and descriptions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2918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00000"/>
                </a:solidFill>
                <a:latin typeface="Calibri"/>
              </a:rPr>
              <a:t>✓  FAQs CRUD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Create and manage Q&amp;A pairs per ideathon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834640"/>
            <a:ext cx="32918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00000"/>
                </a:solidFill>
                <a:latin typeface="Calibri"/>
              </a:rPr>
              <a:t>✓  Rules CRUD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Define contest rules per ideathon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297680"/>
            <a:ext cx="32918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4348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00000"/>
                </a:solidFill>
                <a:latin typeface="Calibri"/>
              </a:rPr>
              <a:t>✓  Google OAuth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Sign in with Google; role-based access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2918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087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00000"/>
                </a:solidFill>
                <a:latin typeface="Calibri"/>
              </a:rPr>
              <a:t>✓  CSV Import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Bulk import data for all resources from CSV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834640"/>
            <a:ext cx="329184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9718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00000"/>
                </a:solidFill>
                <a:latin typeface="Calibri"/>
              </a:rPr>
              <a:t>✓  User Management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55555"/>
                </a:solidFill>
                <a:latin typeface="Calibri"/>
              </a:rPr>
              <a:t>Admins can add users by email and assign roles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Team 501-Club  |  Sprint 1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500000"/>
                </a:solidFill>
                <a:latin typeface="Calibri"/>
              </a:rPr>
              <a:t>Feedback &amp; Questions?</a:t>
            </a:r>
          </a:p>
          <a:p>
            <a:pPr algn="ctr">
              <a:spcBef>
                <a:spcPts val="2000"/>
              </a:spcBef>
            </a:pPr>
            <a:r>
              <a:rPr sz="2000" b="0">
                <a:solidFill>
                  <a:srgbClr val="555555"/>
                </a:solidFill>
                <a:latin typeface="Calibri"/>
              </a:rPr>
              <a:t>We’d love to hear your thoughts, priorities, and any adjustments
you’d like us to make going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Team 501-Club  |  Sprint 1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37160" cy="658368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00000"/>
                </a:solidFill>
                <a:latin typeface="Calibri"/>
              </a:rPr>
              <a:t>Proposed Sprint 2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Calibri"/>
              </a:rPr>
              <a:t>Candidate features for the next iteration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00000"/>
                </a:solidFill>
                <a:latin typeface="Calibri"/>
              </a:rPr>
              <a:t>Unified Ideathon Detail Page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Show sponsors, mentors, FAQs, and rules together on one page per ideathon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00000"/>
                </a:solidFill>
                <a:latin typeface="Calibri"/>
              </a:rPr>
              <a:t>Column Filtering on Index Pages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Allow users to filter/search data by any column on index 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00000"/>
                </a:solidFill>
                <a:latin typeface="Calibri"/>
              </a:rPr>
              <a:t>CSV Export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Export ideathon data to CSV for sharing with stakeholders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51460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00000"/>
                </a:solidFill>
                <a:latin typeface="Calibri"/>
              </a:rPr>
              <a:t>Pagination on Index Pages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Paginate large data sets for better performance and usability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00000"/>
                </a:solidFill>
                <a:latin typeface="Calibri"/>
              </a:rPr>
              <a:t>Accessibility Improvements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Add lang attribute, ARIA labels, skip-to-content link, screen reader alerts, and semantic nav roles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00000"/>
                </a:solidFill>
                <a:latin typeface="Calibri"/>
              </a:rPr>
              <a:t>Audit / Activity Log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Track who created, updated, or deleted records and when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0060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00000"/>
                </a:solidFill>
                <a:latin typeface="Calibri"/>
              </a:rPr>
              <a:t>Email Notifications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555555"/>
                </a:solidFill>
                <a:latin typeface="Calibri"/>
              </a:rPr>
              <a:t>Notify users when their role changes (e.g., unauthorized → editor)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Thank You!</a:t>
            </a:r>
          </a:p>
          <a:p>
            <a:pPr algn="ctr">
              <a:spcBef>
                <a:spcPts val="2000"/>
              </a:spcBef>
            </a:pPr>
            <a:r>
              <a:rPr sz="2200" b="0">
                <a:solidFill>
                  <a:srgbClr val="DDBBBB"/>
                </a:solidFill>
                <a:latin typeface="Calibri"/>
              </a:rPr>
              <a:t>We appreciate your time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